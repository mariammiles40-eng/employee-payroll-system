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9" r:id="rId1"/>
    <p:sldMasterId id="2147483851" r:id="rId2"/>
    <p:sldMasterId id="2147483863" r:id="rId3"/>
    <p:sldMasterId id="2147483880" r:id="rId4"/>
    <p:sldMasterId id="2147483927" r:id="rId5"/>
  </p:sldMasterIdLst>
  <p:notesMasterIdLst>
    <p:notesMasterId r:id="rId16"/>
  </p:notesMasterIdLst>
  <p:sldIdLst>
    <p:sldId id="258" r:id="rId6"/>
    <p:sldId id="256" r:id="rId7"/>
    <p:sldId id="257" r:id="rId8"/>
    <p:sldId id="261" r:id="rId9"/>
    <p:sldId id="259" r:id="rId10"/>
    <p:sldId id="260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F9C42-6292-4858-A77D-15FE023711C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F8F812-F9A7-4A92-BC13-23034F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19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8F812-F9A7-4A92-BC13-23034F9496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77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2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581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22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30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337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062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530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43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68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534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643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054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0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99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867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959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116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1381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115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4985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1382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267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889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6584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0070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9938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452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6559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1552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5966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136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8600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77475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8616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62233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8410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0383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457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6516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3954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0288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8948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3964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198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1468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9837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9198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2764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51101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6912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60470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854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4002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2487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6939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6290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641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21870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78058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44194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3323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09417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14183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73094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00651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120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183127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23022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9243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68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49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90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50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239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  <p:sldLayoutId id="2147483894" r:id="rId14"/>
    <p:sldLayoutId id="2147483895" r:id="rId15"/>
    <p:sldLayoutId id="21474838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5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467CDB-C6E8-6C4A-374D-B10FA55AC0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PAYROLL SYSTEM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5E84051-2DE9-1B84-6B05-ABCD660138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55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8D5A1-C3C9-F831-C7EB-B673A3B29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5659" y="1210236"/>
            <a:ext cx="8081682" cy="1613646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Group D Evening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9D450-8339-088F-C576-195132D2F2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14D0CF-80EE-0B4B-4B98-F57CEC1FB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256433"/>
              </p:ext>
            </p:extLst>
          </p:nvPr>
        </p:nvGraphicFramePr>
        <p:xfrm>
          <a:off x="2245658" y="3146612"/>
          <a:ext cx="7664823" cy="2998695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3795521">
                  <a:extLst>
                    <a:ext uri="{9D8B030D-6E8A-4147-A177-3AD203B41FA5}">
                      <a16:colId xmlns:a16="http://schemas.microsoft.com/office/drawing/2014/main" val="1609642027"/>
                    </a:ext>
                  </a:extLst>
                </a:gridCol>
                <a:gridCol w="3869302">
                  <a:extLst>
                    <a:ext uri="{9D8B030D-6E8A-4147-A177-3AD203B41FA5}">
                      <a16:colId xmlns:a16="http://schemas.microsoft.com/office/drawing/2014/main" val="584229000"/>
                    </a:ext>
                  </a:extLst>
                </a:gridCol>
              </a:tblGrid>
              <a:tr h="4283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NUMBER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8624344"/>
                  </a:ext>
                </a:extLst>
              </a:tr>
              <a:tr h="4283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KATONGOLE SHADDAI KISA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25/U/BIE/01380/PE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7505893"/>
                  </a:ext>
                </a:extLst>
              </a:tr>
              <a:tr h="4283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ZALWANGO CHRISTINE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25/U/BIE/01426/PE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3200743"/>
                  </a:ext>
                </a:extLst>
              </a:tr>
              <a:tr h="4283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MUTYABA DERICK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25/U/BIE/01399/PE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7964324"/>
                  </a:ext>
                </a:extLst>
              </a:tr>
              <a:tr h="4283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NAKANWAGI MARIAM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25/U/BIE/01403/PE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4247698"/>
                  </a:ext>
                </a:extLst>
              </a:tr>
              <a:tr h="4283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BUJINGO DAVID KABANDA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25/U/BIE/01364/PE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9676730"/>
                  </a:ext>
                </a:extLst>
              </a:tr>
              <a:tr h="4283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RWOTOMIA PIUS EMMANUEL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25/U/BIE/01419/PE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6081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2269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87E5-D4ED-C6BA-2DFE-CE8BF93F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84BB0-3E8D-8F22-F428-B1872F49F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Employee Payroll System is a menu-driven C program developed to automate employee salary processing.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to: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new employees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salaries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overtime payments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deductions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payroll payments </a:t>
            </a:r>
          </a:p>
        </p:txBody>
      </p:sp>
    </p:spTree>
    <p:extLst>
      <p:ext uri="{BB962C8B-B14F-4D97-AF65-F5344CB8AC3E}">
        <p14:creationId xmlns:p14="http://schemas.microsoft.com/office/powerpoint/2010/main" val="23110373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F877-E07C-CE87-CDEB-C960B7B30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CB688-C7C5-B98C-1B20-3A51A6FC63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Many payroll systems are: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Slow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Error-prone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Difficult to manage </a:t>
            </a:r>
          </a:p>
          <a:p>
            <a:pPr marL="0" indent="0">
              <a:buNone/>
            </a:pPr>
            <a:r>
              <a:rPr lang="en-US" sz="2100" dirty="0"/>
              <a:t>An automated payroll system is needed to improve efficiency and accuracy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EDDA5-ED42-9E7F-3191-C0E8D1A0A8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Objectives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Register employee records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Calculate salaries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Apply overtime deductions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Generate payroll summaries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Store employee records permanently.</a:t>
            </a:r>
          </a:p>
        </p:txBody>
      </p:sp>
    </p:spTree>
    <p:extLst>
      <p:ext uri="{BB962C8B-B14F-4D97-AF65-F5344CB8AC3E}">
        <p14:creationId xmlns:p14="http://schemas.microsoft.com/office/powerpoint/2010/main" val="19607464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B0DF-98A9-4E03-6127-89F9438F8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FEATURES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6C6CFB-B440-6F99-E409-617A3A334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authentication/login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employee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employee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employee details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employee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calculation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summary generation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Highest-paid employee identification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 for permanent storage</a:t>
            </a:r>
          </a:p>
        </p:txBody>
      </p:sp>
    </p:spTree>
    <p:extLst>
      <p:ext uri="{BB962C8B-B14F-4D97-AF65-F5344CB8AC3E}">
        <p14:creationId xmlns:p14="http://schemas.microsoft.com/office/powerpoint/2010/main" val="30909209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200A5-8FD2-5849-15C0-2307680F2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AND CONCEPTS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D3315-8BFA-4BAA-3CE7-59829552D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552806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 language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APPLIED: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2930322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F7F69-000F-B910-D73A-A02BE270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STRUCTURE AND SAMPLE CALCULATION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2D52-EC02-25EE-B2A0-9B0F1ACAF6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Employee structure:</a:t>
            </a:r>
          </a:p>
          <a:p>
            <a:pPr marL="0" indent="0">
              <a:buNone/>
            </a:pPr>
            <a:r>
              <a:rPr lang="en-US" dirty="0"/>
              <a:t>struct Employee{</a:t>
            </a:r>
          </a:p>
          <a:p>
            <a:pPr marL="0" indent="0">
              <a:buNone/>
            </a:pPr>
            <a:r>
              <a:rPr lang="en-US" dirty="0"/>
              <a:t>   int id;</a:t>
            </a:r>
          </a:p>
          <a:p>
            <a:pPr marL="0" indent="0">
              <a:buNone/>
            </a:pPr>
            <a:r>
              <a:rPr lang="en-US" dirty="0"/>
              <a:t>   char name[50]; </a:t>
            </a:r>
          </a:p>
          <a:p>
            <a:pPr marL="0" indent="0">
              <a:buNone/>
            </a:pPr>
            <a:r>
              <a:rPr lang="en-US" dirty="0"/>
              <a:t>   char position[30];  </a:t>
            </a:r>
          </a:p>
          <a:p>
            <a:pPr marL="0" indent="0">
              <a:buNone/>
            </a:pPr>
            <a:r>
              <a:rPr lang="en-US" dirty="0"/>
              <a:t>   float </a:t>
            </a:r>
            <a:r>
              <a:rPr lang="en-US" dirty="0" err="1"/>
              <a:t>hourlyRate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float </a:t>
            </a:r>
            <a:r>
              <a:rPr lang="en-US" dirty="0" err="1"/>
              <a:t>normalHoursLimit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float </a:t>
            </a:r>
            <a:r>
              <a:rPr lang="en-US" dirty="0" err="1"/>
              <a:t>hoursWorked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} Employee;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0E0F8E-01FF-3997-E88A-AAC0F7E6A5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Sample salary calculation logic:</a:t>
            </a:r>
          </a:p>
          <a:p>
            <a:pPr marL="0" indent="0">
              <a:buNone/>
            </a:pPr>
            <a:r>
              <a:rPr lang="en-US" dirty="0"/>
              <a:t>Formulas used:</a:t>
            </a:r>
          </a:p>
          <a:p>
            <a:pPr marL="0" indent="0">
              <a:buNone/>
            </a:pPr>
            <a:r>
              <a:rPr lang="en-US" dirty="0"/>
              <a:t>Overtime hours = max(0, </a:t>
            </a:r>
            <a:r>
              <a:rPr lang="en-US" dirty="0" err="1"/>
              <a:t>hoursWorked</a:t>
            </a:r>
            <a:r>
              <a:rPr lang="en-US" dirty="0"/>
              <a:t>- </a:t>
            </a:r>
            <a:r>
              <a:rPr lang="en-US" dirty="0" err="1"/>
              <a:t>normalHoursLimit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Grosspay</a:t>
            </a:r>
            <a:r>
              <a:rPr lang="en-US" dirty="0"/>
              <a:t> = (</a:t>
            </a:r>
            <a:r>
              <a:rPr lang="en-US" dirty="0" err="1"/>
              <a:t>normalHoursLimit</a:t>
            </a:r>
            <a:r>
              <a:rPr lang="en-US" dirty="0"/>
              <a:t> * rate)+(</a:t>
            </a:r>
            <a:r>
              <a:rPr lang="en-US" dirty="0" err="1"/>
              <a:t>overtimeHours</a:t>
            </a:r>
            <a:r>
              <a:rPr lang="en-US" dirty="0"/>
              <a:t> * rate * 1.5)</a:t>
            </a:r>
          </a:p>
          <a:p>
            <a:pPr marL="0" indent="0">
              <a:buNone/>
            </a:pPr>
            <a:r>
              <a:rPr lang="en-US" dirty="0"/>
              <a:t>Deductions</a:t>
            </a:r>
          </a:p>
          <a:p>
            <a:pPr marL="0" indent="0">
              <a:buNone/>
            </a:pPr>
            <a:r>
              <a:rPr lang="en-US" dirty="0"/>
              <a:t>&lt;=2000 – 10%</a:t>
            </a:r>
          </a:p>
          <a:p>
            <a:pPr marL="0" indent="0">
              <a:buNone/>
            </a:pPr>
            <a:r>
              <a:rPr lang="en-US" dirty="0"/>
              <a:t>2001-4000 – 15%</a:t>
            </a:r>
          </a:p>
          <a:p>
            <a:pPr marL="0" indent="0">
              <a:buNone/>
            </a:pPr>
            <a:r>
              <a:rPr lang="en-US" dirty="0"/>
              <a:t>4000 – 20%</a:t>
            </a:r>
          </a:p>
          <a:p>
            <a:pPr marL="0" indent="0">
              <a:buNone/>
            </a:pPr>
            <a:r>
              <a:rPr lang="en-US" dirty="0" err="1"/>
              <a:t>Netpay</a:t>
            </a:r>
            <a:r>
              <a:rPr lang="en-US" dirty="0"/>
              <a:t> = gross-deductions</a:t>
            </a:r>
          </a:p>
        </p:txBody>
      </p:sp>
    </p:spTree>
    <p:extLst>
      <p:ext uri="{BB962C8B-B14F-4D97-AF65-F5344CB8AC3E}">
        <p14:creationId xmlns:p14="http://schemas.microsoft.com/office/powerpoint/2010/main" val="148281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3A87-2C94-7E00-2723-1EC0A86D0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SOLUTIONS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1290B-359D-2252-331E-C01DF9DFC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936ADF-6789-538C-B537-151D3837E4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Buffer issues after</a:t>
            </a:r>
          </a:p>
          <a:p>
            <a:r>
              <a:rPr lang="en-US" dirty="0"/>
              <a:t>Duplicate employee IDs</a:t>
            </a:r>
          </a:p>
          <a:p>
            <a:r>
              <a:rPr lang="en-US" dirty="0"/>
              <a:t>User desires to keep old value on update</a:t>
            </a:r>
          </a:p>
          <a:p>
            <a:r>
              <a:rPr lang="en-US" dirty="0"/>
              <a:t>Excessive hours detection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580A17-C4BD-28F6-D503-2C1B5BD9F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D3DD4C-5F98-37B5-D918-77661633D5F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Function </a:t>
            </a:r>
            <a:r>
              <a:rPr lang="en-US" dirty="0" err="1"/>
              <a:t>clearInputBuffer</a:t>
            </a:r>
            <a:r>
              <a:rPr lang="en-US" dirty="0"/>
              <a:t>()</a:t>
            </a:r>
          </a:p>
          <a:p>
            <a:r>
              <a:rPr lang="en-US" dirty="0" err="1"/>
              <a:t>isIdUnique</a:t>
            </a:r>
            <a:r>
              <a:rPr lang="en-US" dirty="0"/>
              <a:t>() checks all existing IDs</a:t>
            </a:r>
          </a:p>
          <a:p>
            <a:r>
              <a:rPr lang="en-US" dirty="0"/>
              <a:t>Check if first char is ‘\n’</a:t>
            </a:r>
          </a:p>
          <a:p>
            <a:r>
              <a:rPr lang="en-US" dirty="0"/>
              <a:t>Absolute (200) + relative(&gt;1.5* limit) </a:t>
            </a:r>
          </a:p>
        </p:txBody>
      </p:sp>
    </p:spTree>
    <p:extLst>
      <p:ext uri="{BB962C8B-B14F-4D97-AF65-F5344CB8AC3E}">
        <p14:creationId xmlns:p14="http://schemas.microsoft.com/office/powerpoint/2010/main" val="32376260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E6247-565A-F394-DF31-75D22D49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6810C-A8BF-0ABD-F805-3A9C8784E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Employee Payroll system was successfully developed using the C programming language.</a:t>
            </a:r>
          </a:p>
          <a:p>
            <a:pPr marL="0" indent="0">
              <a:buNone/>
            </a:pPr>
            <a:r>
              <a:rPr lang="en-US" b="1" dirty="0"/>
              <a:t>Achievements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Automated payroll 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Accurate salary calculations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Reduced manual errors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Improved employee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Demonstrated major programming concepts</a:t>
            </a:r>
          </a:p>
        </p:txBody>
      </p:sp>
    </p:spTree>
    <p:extLst>
      <p:ext uri="{BB962C8B-B14F-4D97-AF65-F5344CB8AC3E}">
        <p14:creationId xmlns:p14="http://schemas.microsoft.com/office/powerpoint/2010/main" val="33505680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ABE23-E678-249B-BDED-0C8257F83D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THANK YOU FOR LISTENING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A746A-4F1A-29B0-86FE-291981E033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392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1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5.xml><?xml version="1.0" encoding="utf-8"?>
<a:theme xmlns:a="http://schemas.openxmlformats.org/drawingml/2006/main" name="2_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226</TotalTime>
  <Words>386</Words>
  <Application>Microsoft Office PowerPoint</Application>
  <PresentationFormat>Widescreen</PresentationFormat>
  <Paragraphs>98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Algerian</vt:lpstr>
      <vt:lpstr>Arial</vt:lpstr>
      <vt:lpstr>Calibri</vt:lpstr>
      <vt:lpstr>Century Gothic</vt:lpstr>
      <vt:lpstr>Times New Roman</vt:lpstr>
      <vt:lpstr>Tw Cen MT</vt:lpstr>
      <vt:lpstr>Tw Cen MT Condensed</vt:lpstr>
      <vt:lpstr>Wingdings</vt:lpstr>
      <vt:lpstr>Wingdings 3</vt:lpstr>
      <vt:lpstr>Integral</vt:lpstr>
      <vt:lpstr>1_Integral</vt:lpstr>
      <vt:lpstr>Wisp</vt:lpstr>
      <vt:lpstr>1_Wisp</vt:lpstr>
      <vt:lpstr>2_Wisp</vt:lpstr>
      <vt:lpstr>EMPLOYEE PAYROLL SYSTEM</vt:lpstr>
      <vt:lpstr>Presented by Group D Evening</vt:lpstr>
      <vt:lpstr>INTRODUCTION </vt:lpstr>
      <vt:lpstr>PROBLEM STATEMENT AND OBJECTIVES</vt:lpstr>
      <vt:lpstr>SYSTEM FEATURES</vt:lpstr>
      <vt:lpstr>TECHNOLOGIES AND CONCEPTS USED</vt:lpstr>
      <vt:lpstr>EMPLOYEE STRUCTURE AND SAMPLE CALCULATION LOGIC</vt:lpstr>
      <vt:lpstr>CHALLENGES AND SOLUTIONS</vt:lpstr>
      <vt:lpstr>CONCLUSION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PAYROLL SYSTEM</dc:title>
  <dc:creator>CHRISTINE ZALWANGO</dc:creator>
  <cp:lastModifiedBy>CHRISTINE ZALWANGO</cp:lastModifiedBy>
  <cp:revision>2</cp:revision>
  <dcterms:created xsi:type="dcterms:W3CDTF">2026-05-26T10:25:14Z</dcterms:created>
  <dcterms:modified xsi:type="dcterms:W3CDTF">2026-05-26T16:36:43Z</dcterms:modified>
</cp:coreProperties>
</file>